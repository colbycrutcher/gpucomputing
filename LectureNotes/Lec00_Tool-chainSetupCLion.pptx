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54EF8-5C56-C949-17E1-4AFE340AD0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A8DEA7-B367-164E-FCC5-B32EC9BA4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F1A062-952A-F7A9-B1AD-2D8B5DDDAC57}"/>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5" name="Footer Placeholder 4">
            <a:extLst>
              <a:ext uri="{FF2B5EF4-FFF2-40B4-BE49-F238E27FC236}">
                <a16:creationId xmlns:a16="http://schemas.microsoft.com/office/drawing/2014/main" id="{2CCE84CD-6AEB-FB39-4E92-AB5DE0090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DA8162-B1B4-BB81-2577-F3FBE855C76D}"/>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527264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E69D3-6992-048C-6AC9-6577392419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019C2C-A141-4CCD-6596-06BD70CDE0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9E5621-E615-AA57-9E7D-71A939E052C3}"/>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5" name="Footer Placeholder 4">
            <a:extLst>
              <a:ext uri="{FF2B5EF4-FFF2-40B4-BE49-F238E27FC236}">
                <a16:creationId xmlns:a16="http://schemas.microsoft.com/office/drawing/2014/main" id="{09131E1D-C870-9673-AD5C-FEFE628D2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672D6-806C-B2D8-CDDF-030B2058C214}"/>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2943801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CCCE9-0DBB-72C6-0E66-1749ED1F63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53EA47-DECD-7EAC-3822-0675C90FBA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2B9CE1-4AEB-A3C4-5F61-9DF96DC6801C}"/>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5" name="Footer Placeholder 4">
            <a:extLst>
              <a:ext uri="{FF2B5EF4-FFF2-40B4-BE49-F238E27FC236}">
                <a16:creationId xmlns:a16="http://schemas.microsoft.com/office/drawing/2014/main" id="{5F2BCF94-9823-E49A-52B3-8A6751E48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1F6EE-65BE-35FE-C605-5EC20318E99C}"/>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1004806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0F682-5DEA-45C6-11E9-0BF2898DCE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448487-AB75-9B9C-E327-92AD501C4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017A8D-2AA1-23C2-4B13-7842015D23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0EA548-11E7-EF56-9A0B-195E1923535A}"/>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6" name="Footer Placeholder 5">
            <a:extLst>
              <a:ext uri="{FF2B5EF4-FFF2-40B4-BE49-F238E27FC236}">
                <a16:creationId xmlns:a16="http://schemas.microsoft.com/office/drawing/2014/main" id="{FE90885E-4438-3293-390C-9E18264B60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1FA8FD-3374-6988-3D4E-51A91956ED0D}"/>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3205321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81ACB-58F2-370F-0FA6-60A1D537E9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AE1225-F873-2039-4D51-FA29887056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7C0B20-3245-9286-C63B-E4A143152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799056-DFC9-6960-616A-F626135303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3D0A31-C161-32E5-BB58-358870E83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B9281B-6A17-B71A-F177-AD822869CF6D}"/>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8" name="Footer Placeholder 7">
            <a:extLst>
              <a:ext uri="{FF2B5EF4-FFF2-40B4-BE49-F238E27FC236}">
                <a16:creationId xmlns:a16="http://schemas.microsoft.com/office/drawing/2014/main" id="{AE5526DF-CF69-D707-54AB-2D084F8C4D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081B77-2130-4B74-3E4B-6FA58F9C9E3E}"/>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508512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4F51-1BAA-337F-E1C9-E4E45B3B39E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3D1CC6-BF1F-83CD-6A20-6AB272363086}"/>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4" name="Footer Placeholder 3">
            <a:extLst>
              <a:ext uri="{FF2B5EF4-FFF2-40B4-BE49-F238E27FC236}">
                <a16:creationId xmlns:a16="http://schemas.microsoft.com/office/drawing/2014/main" id="{56E0387B-197E-5F67-1FDC-E941E4C0C0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03109B-2FE1-9B10-D9C7-B6DB11FF90BC}"/>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51874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A7D1C3-1BDA-DBA8-10B0-226C71C2A43B}"/>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3" name="Footer Placeholder 2">
            <a:extLst>
              <a:ext uri="{FF2B5EF4-FFF2-40B4-BE49-F238E27FC236}">
                <a16:creationId xmlns:a16="http://schemas.microsoft.com/office/drawing/2014/main" id="{DD6E8B05-FEF4-D125-BD44-27CCE60E2A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D6BB3-AC94-F610-BE52-8A7D2523C1BB}"/>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266727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AB68A-2CF2-B022-E1F8-0C2C142E43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BBA129-0006-5152-6E82-4C788196C9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D02383-B559-254D-B192-7E34FF299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DACB71-DE5F-8210-9FC1-78D7488DB6C5}"/>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6" name="Footer Placeholder 5">
            <a:extLst>
              <a:ext uri="{FF2B5EF4-FFF2-40B4-BE49-F238E27FC236}">
                <a16:creationId xmlns:a16="http://schemas.microsoft.com/office/drawing/2014/main" id="{C4E19991-28F5-BF87-8282-2B7B98293F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7E9F8D-7672-6984-FAB3-241DCA082196}"/>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2920762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BAA5-9866-E303-DB60-61D15F881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771C33-0A62-2094-C692-EF61CB2F55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FE6E22-1E58-683F-2F8E-9B8A60939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78289-7C99-383B-6904-3819F13FF157}"/>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6" name="Footer Placeholder 5">
            <a:extLst>
              <a:ext uri="{FF2B5EF4-FFF2-40B4-BE49-F238E27FC236}">
                <a16:creationId xmlns:a16="http://schemas.microsoft.com/office/drawing/2014/main" id="{D74CDAE7-648E-E1B0-51DC-BA43E4B395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C544C8-F3B2-DD25-CFC1-D46491AC81EF}"/>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377602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D1449-6451-5A53-2600-7DE1852D73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F99597-E7CB-B550-404C-9CD8D9EBA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196221-0BBF-B4E4-1C38-CF3B1311E5DA}"/>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5" name="Footer Placeholder 4">
            <a:extLst>
              <a:ext uri="{FF2B5EF4-FFF2-40B4-BE49-F238E27FC236}">
                <a16:creationId xmlns:a16="http://schemas.microsoft.com/office/drawing/2014/main" id="{E0E4F0D0-D45D-724B-CC09-BDA6F1B39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BDE1C2-4889-7AF8-8F6D-D03875AD0A21}"/>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3000228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23139-1DCE-5012-F69A-654D2555A0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C949EA-49B9-2887-3CF3-B5A7234DD1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61842F-4078-92AD-BDC8-086222FEF679}"/>
              </a:ext>
            </a:extLst>
          </p:cNvPr>
          <p:cNvSpPr>
            <a:spLocks noGrp="1"/>
          </p:cNvSpPr>
          <p:nvPr>
            <p:ph type="dt" sz="half" idx="10"/>
          </p:nvPr>
        </p:nvSpPr>
        <p:spPr/>
        <p:txBody>
          <a:bodyPr/>
          <a:lstStyle/>
          <a:p>
            <a:fld id="{1AF219CB-1B6E-48F0-9B8A-DEDA68D1EC92}" type="datetimeFigureOut">
              <a:rPr lang="en-US" smtClean="0"/>
              <a:t>1/14/2026</a:t>
            </a:fld>
            <a:endParaRPr lang="en-US"/>
          </a:p>
        </p:txBody>
      </p:sp>
      <p:sp>
        <p:nvSpPr>
          <p:cNvPr id="5" name="Footer Placeholder 4">
            <a:extLst>
              <a:ext uri="{FF2B5EF4-FFF2-40B4-BE49-F238E27FC236}">
                <a16:creationId xmlns:a16="http://schemas.microsoft.com/office/drawing/2014/main" id="{F33C76DA-C686-BFC3-DC28-CE7098296D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BAB074-69A3-CB4F-71BC-4AD32D7CB3F7}"/>
              </a:ext>
            </a:extLst>
          </p:cNvPr>
          <p:cNvSpPr>
            <a:spLocks noGrp="1"/>
          </p:cNvSpPr>
          <p:nvPr>
            <p:ph type="sldNum" sz="quarter" idx="12"/>
          </p:nvPr>
        </p:nvSpPr>
        <p:spPr/>
        <p:txBody>
          <a:bodyPr/>
          <a:lstStyle/>
          <a:p>
            <a:fld id="{29D1A191-E314-4A99-A69B-2E9C03F26E91}" type="slidenum">
              <a:rPr lang="en-US" smtClean="0"/>
              <a:t>‹#›</a:t>
            </a:fld>
            <a:endParaRPr lang="en-US"/>
          </a:p>
        </p:txBody>
      </p:sp>
    </p:spTree>
    <p:extLst>
      <p:ext uri="{BB962C8B-B14F-4D97-AF65-F5344CB8AC3E}">
        <p14:creationId xmlns:p14="http://schemas.microsoft.com/office/powerpoint/2010/main" val="3550780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EE10BC-E6A2-FB63-D40E-7B58A68E48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6FF2C7-B1A2-9DDA-4422-67F2DD01E8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17C804-FDF6-33C8-3A33-9F158F8DBE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F219CB-1B6E-48F0-9B8A-DEDA68D1EC92}" type="datetimeFigureOut">
              <a:rPr lang="en-US" smtClean="0"/>
              <a:t>1/14/2026</a:t>
            </a:fld>
            <a:endParaRPr lang="en-US"/>
          </a:p>
        </p:txBody>
      </p:sp>
      <p:sp>
        <p:nvSpPr>
          <p:cNvPr id="5" name="Footer Placeholder 4">
            <a:extLst>
              <a:ext uri="{FF2B5EF4-FFF2-40B4-BE49-F238E27FC236}">
                <a16:creationId xmlns:a16="http://schemas.microsoft.com/office/drawing/2014/main" id="{EB003F57-F166-3227-8CAA-414F6645D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66BA69-823D-9FD6-244C-E3E70C92ED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D1A191-E314-4A99-A69B-2E9C03F26E91}" type="slidenum">
              <a:rPr lang="en-US" smtClean="0"/>
              <a:t>‹#›</a:t>
            </a:fld>
            <a:endParaRPr lang="en-US"/>
          </a:p>
        </p:txBody>
      </p:sp>
    </p:spTree>
    <p:extLst>
      <p:ext uri="{BB962C8B-B14F-4D97-AF65-F5344CB8AC3E}">
        <p14:creationId xmlns:p14="http://schemas.microsoft.com/office/powerpoint/2010/main" val="1688621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6E2F-F263-CF00-88CD-BDA6B32B1810}"/>
              </a:ext>
            </a:extLst>
          </p:cNvPr>
          <p:cNvSpPr>
            <a:spLocks noGrp="1"/>
          </p:cNvSpPr>
          <p:nvPr>
            <p:ph type="ctrTitle"/>
          </p:nvPr>
        </p:nvSpPr>
        <p:spPr/>
        <p:txBody>
          <a:bodyPr/>
          <a:lstStyle/>
          <a:p>
            <a:r>
              <a:rPr lang="en-US" dirty="0"/>
              <a:t>Tool-chain Setup in CLion</a:t>
            </a:r>
          </a:p>
        </p:txBody>
      </p:sp>
    </p:spTree>
    <p:extLst>
      <p:ext uri="{BB962C8B-B14F-4D97-AF65-F5344CB8AC3E}">
        <p14:creationId xmlns:p14="http://schemas.microsoft.com/office/powerpoint/2010/main" val="2712012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A4FA-2F99-05CD-A2E0-AB7E26ACD986}"/>
              </a:ext>
            </a:extLst>
          </p:cNvPr>
          <p:cNvSpPr>
            <a:spLocks noGrp="1"/>
          </p:cNvSpPr>
          <p:nvPr>
            <p:ph type="title"/>
          </p:nvPr>
        </p:nvSpPr>
        <p:spPr/>
        <p:txBody>
          <a:bodyPr/>
          <a:lstStyle/>
          <a:p>
            <a:r>
              <a:rPr lang="en-US" dirty="0"/>
              <a:t>First you must have a project that is a CUDA executable file</a:t>
            </a:r>
          </a:p>
        </p:txBody>
      </p:sp>
      <p:pic>
        <p:nvPicPr>
          <p:cNvPr id="5" name="Content Placeholder 4">
            <a:extLst>
              <a:ext uri="{FF2B5EF4-FFF2-40B4-BE49-F238E27FC236}">
                <a16:creationId xmlns:a16="http://schemas.microsoft.com/office/drawing/2014/main" id="{8C68D65B-DFFA-BC70-11F2-451A8A3EBC8F}"/>
              </a:ext>
            </a:extLst>
          </p:cNvPr>
          <p:cNvPicPr>
            <a:picLocks noGrp="1" noChangeAspect="1"/>
          </p:cNvPicPr>
          <p:nvPr>
            <p:ph idx="1"/>
          </p:nvPr>
        </p:nvPicPr>
        <p:blipFill>
          <a:blip r:embed="rId2"/>
          <a:stretch>
            <a:fillRect/>
          </a:stretch>
        </p:blipFill>
        <p:spPr>
          <a:xfrm>
            <a:off x="3424643" y="1825625"/>
            <a:ext cx="5342713" cy="4351338"/>
          </a:xfrm>
          <a:prstGeom prst="rect">
            <a:avLst/>
          </a:prstGeom>
        </p:spPr>
      </p:pic>
    </p:spTree>
    <p:extLst>
      <p:ext uri="{BB962C8B-B14F-4D97-AF65-F5344CB8AC3E}">
        <p14:creationId xmlns:p14="http://schemas.microsoft.com/office/powerpoint/2010/main" val="326918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CE876-A7CD-1938-DEAD-4D59E238E82D}"/>
              </a:ext>
            </a:extLst>
          </p:cNvPr>
          <p:cNvSpPr>
            <a:spLocks noGrp="1"/>
          </p:cNvSpPr>
          <p:nvPr>
            <p:ph type="title"/>
          </p:nvPr>
        </p:nvSpPr>
        <p:spPr>
          <a:xfrm>
            <a:off x="838200" y="365125"/>
            <a:ext cx="10515600" cy="1837301"/>
          </a:xfrm>
        </p:spPr>
        <p:txBody>
          <a:bodyPr>
            <a:normAutofit fontScale="90000"/>
          </a:bodyPr>
          <a:lstStyle/>
          <a:p>
            <a:r>
              <a:rPr lang="en-US" dirty="0"/>
              <a:t>After the File is created, go to Go to File&gt;settings&gt;Build, Execution, Deployment&gt;Toolchain</a:t>
            </a:r>
            <a:br>
              <a:rPr lang="en-US" dirty="0"/>
            </a:br>
            <a:endParaRPr lang="en-US" dirty="0"/>
          </a:p>
        </p:txBody>
      </p:sp>
      <p:pic>
        <p:nvPicPr>
          <p:cNvPr id="5" name="Picture 4">
            <a:extLst>
              <a:ext uri="{FF2B5EF4-FFF2-40B4-BE49-F238E27FC236}">
                <a16:creationId xmlns:a16="http://schemas.microsoft.com/office/drawing/2014/main" id="{C74E804F-2892-B5EC-7DF0-7683F8AD58C8}"/>
              </a:ext>
            </a:extLst>
          </p:cNvPr>
          <p:cNvPicPr>
            <a:picLocks noChangeAspect="1"/>
          </p:cNvPicPr>
          <p:nvPr/>
        </p:nvPicPr>
        <p:blipFill>
          <a:blip r:embed="rId2"/>
          <a:stretch>
            <a:fillRect/>
          </a:stretch>
        </p:blipFill>
        <p:spPr>
          <a:xfrm>
            <a:off x="1332624" y="1879040"/>
            <a:ext cx="3045678" cy="4878475"/>
          </a:xfrm>
          <a:prstGeom prst="rect">
            <a:avLst/>
          </a:prstGeom>
        </p:spPr>
      </p:pic>
      <p:pic>
        <p:nvPicPr>
          <p:cNvPr id="7" name="Picture 6">
            <a:extLst>
              <a:ext uri="{FF2B5EF4-FFF2-40B4-BE49-F238E27FC236}">
                <a16:creationId xmlns:a16="http://schemas.microsoft.com/office/drawing/2014/main" id="{DFE0962B-3436-2E6D-18A4-1CDFD4C86AB6}"/>
              </a:ext>
            </a:extLst>
          </p:cNvPr>
          <p:cNvPicPr>
            <a:picLocks noChangeAspect="1"/>
          </p:cNvPicPr>
          <p:nvPr/>
        </p:nvPicPr>
        <p:blipFill>
          <a:blip r:embed="rId3"/>
          <a:stretch>
            <a:fillRect/>
          </a:stretch>
        </p:blipFill>
        <p:spPr>
          <a:xfrm>
            <a:off x="5931369" y="1981433"/>
            <a:ext cx="5021336" cy="4411951"/>
          </a:xfrm>
          <a:prstGeom prst="rect">
            <a:avLst/>
          </a:prstGeom>
        </p:spPr>
      </p:pic>
      <p:sp>
        <p:nvSpPr>
          <p:cNvPr id="8" name="TextBox 7">
            <a:extLst>
              <a:ext uri="{FF2B5EF4-FFF2-40B4-BE49-F238E27FC236}">
                <a16:creationId xmlns:a16="http://schemas.microsoft.com/office/drawing/2014/main" id="{2E066A84-D048-EFD9-2229-AA1E3B0060F3}"/>
              </a:ext>
            </a:extLst>
          </p:cNvPr>
          <p:cNvSpPr txBox="1"/>
          <p:nvPr/>
        </p:nvSpPr>
        <p:spPr>
          <a:xfrm>
            <a:off x="8521002" y="602901"/>
            <a:ext cx="3145134" cy="1200329"/>
          </a:xfrm>
          <a:prstGeom prst="rect">
            <a:avLst/>
          </a:prstGeom>
          <a:noFill/>
        </p:spPr>
        <p:txBody>
          <a:bodyPr wrap="square" rtlCol="0">
            <a:spAutoFit/>
          </a:bodyPr>
          <a:lstStyle/>
          <a:p>
            <a:r>
              <a:rPr lang="en-US" dirty="0"/>
              <a:t>Enter your username for the server, Authentication type password, then enter your password.</a:t>
            </a:r>
          </a:p>
        </p:txBody>
      </p:sp>
      <p:sp>
        <p:nvSpPr>
          <p:cNvPr id="9" name="Arrow: Right 8">
            <a:extLst>
              <a:ext uri="{FF2B5EF4-FFF2-40B4-BE49-F238E27FC236}">
                <a16:creationId xmlns:a16="http://schemas.microsoft.com/office/drawing/2014/main" id="{DE3ED125-9CB0-F996-C475-0B9F24075CB1}"/>
              </a:ext>
            </a:extLst>
          </p:cNvPr>
          <p:cNvSpPr/>
          <p:nvPr/>
        </p:nvSpPr>
        <p:spPr>
          <a:xfrm>
            <a:off x="4750904" y="3856383"/>
            <a:ext cx="779370" cy="5168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2010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F3104-945D-46CE-A9E5-836E582125AA}"/>
              </a:ext>
            </a:extLst>
          </p:cNvPr>
          <p:cNvSpPr>
            <a:spLocks noGrp="1"/>
          </p:cNvSpPr>
          <p:nvPr>
            <p:ph type="title"/>
          </p:nvPr>
        </p:nvSpPr>
        <p:spPr/>
        <p:txBody>
          <a:bodyPr/>
          <a:lstStyle/>
          <a:p>
            <a:r>
              <a:rPr lang="en-US" dirty="0"/>
              <a:t>Once you hit ok after entering your username and password, it should be connected.</a:t>
            </a:r>
          </a:p>
        </p:txBody>
      </p:sp>
      <p:pic>
        <p:nvPicPr>
          <p:cNvPr id="5" name="Picture 4">
            <a:extLst>
              <a:ext uri="{FF2B5EF4-FFF2-40B4-BE49-F238E27FC236}">
                <a16:creationId xmlns:a16="http://schemas.microsoft.com/office/drawing/2014/main" id="{ECCFC87E-42C8-8485-DA58-1B59C4594AB8}"/>
              </a:ext>
            </a:extLst>
          </p:cNvPr>
          <p:cNvPicPr>
            <a:picLocks noChangeAspect="1"/>
          </p:cNvPicPr>
          <p:nvPr/>
        </p:nvPicPr>
        <p:blipFill>
          <a:blip r:embed="rId2"/>
          <a:stretch>
            <a:fillRect/>
          </a:stretch>
        </p:blipFill>
        <p:spPr>
          <a:xfrm>
            <a:off x="3537072" y="2135639"/>
            <a:ext cx="5258534" cy="3772426"/>
          </a:xfrm>
          <a:prstGeom prst="rect">
            <a:avLst/>
          </a:prstGeom>
        </p:spPr>
      </p:pic>
    </p:spTree>
    <p:extLst>
      <p:ext uri="{BB962C8B-B14F-4D97-AF65-F5344CB8AC3E}">
        <p14:creationId xmlns:p14="http://schemas.microsoft.com/office/powerpoint/2010/main" val="558666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EDF4-6173-045A-6139-B087FDCFE80C}"/>
              </a:ext>
            </a:extLst>
          </p:cNvPr>
          <p:cNvSpPr>
            <a:spLocks noGrp="1"/>
          </p:cNvSpPr>
          <p:nvPr>
            <p:ph type="title"/>
          </p:nvPr>
        </p:nvSpPr>
        <p:spPr/>
        <p:txBody>
          <a:bodyPr>
            <a:normAutofit fontScale="90000"/>
          </a:bodyPr>
          <a:lstStyle/>
          <a:p>
            <a:r>
              <a:rPr lang="en-US" dirty="0"/>
              <a:t>Then go to Go to file&gt;settings&gt;Build, Execution, Deployment&gt;</a:t>
            </a:r>
            <a:r>
              <a:rPr lang="en-US" dirty="0" err="1"/>
              <a:t>CMake</a:t>
            </a:r>
            <a:br>
              <a:rPr lang="en-US" dirty="0"/>
            </a:br>
            <a:r>
              <a:rPr lang="en-US" dirty="0"/>
              <a:t> </a:t>
            </a:r>
          </a:p>
        </p:txBody>
      </p:sp>
      <p:pic>
        <p:nvPicPr>
          <p:cNvPr id="5" name="Picture 4">
            <a:extLst>
              <a:ext uri="{FF2B5EF4-FFF2-40B4-BE49-F238E27FC236}">
                <a16:creationId xmlns:a16="http://schemas.microsoft.com/office/drawing/2014/main" id="{CFE179B8-D718-2050-904F-80C3D45F85E8}"/>
              </a:ext>
            </a:extLst>
          </p:cNvPr>
          <p:cNvPicPr>
            <a:picLocks noChangeAspect="1"/>
          </p:cNvPicPr>
          <p:nvPr/>
        </p:nvPicPr>
        <p:blipFill>
          <a:blip r:embed="rId2"/>
          <a:stretch>
            <a:fillRect/>
          </a:stretch>
        </p:blipFill>
        <p:spPr>
          <a:xfrm>
            <a:off x="1429111" y="1778025"/>
            <a:ext cx="6033986" cy="4515662"/>
          </a:xfrm>
          <a:prstGeom prst="rect">
            <a:avLst/>
          </a:prstGeom>
        </p:spPr>
      </p:pic>
      <p:sp>
        <p:nvSpPr>
          <p:cNvPr id="6" name="TextBox 5">
            <a:extLst>
              <a:ext uri="{FF2B5EF4-FFF2-40B4-BE49-F238E27FC236}">
                <a16:creationId xmlns:a16="http://schemas.microsoft.com/office/drawing/2014/main" id="{2B03C476-5DB5-9E05-ADEB-B1C5DA01A87E}"/>
              </a:ext>
            </a:extLst>
          </p:cNvPr>
          <p:cNvSpPr txBox="1"/>
          <p:nvPr/>
        </p:nvSpPr>
        <p:spPr>
          <a:xfrm>
            <a:off x="8289235" y="3180522"/>
            <a:ext cx="2335695" cy="2031325"/>
          </a:xfrm>
          <a:prstGeom prst="rect">
            <a:avLst/>
          </a:prstGeom>
          <a:noFill/>
        </p:spPr>
        <p:txBody>
          <a:bodyPr wrap="square" rtlCol="0">
            <a:spAutoFit/>
          </a:bodyPr>
          <a:lstStyle/>
          <a:p>
            <a:r>
              <a:rPr lang="en-US" dirty="0"/>
              <a:t>You can just click remote host, I had Remote Host(1) which is just a copy I made on accident. Then you can hit ok or apply.</a:t>
            </a:r>
          </a:p>
        </p:txBody>
      </p:sp>
    </p:spTree>
    <p:extLst>
      <p:ext uri="{BB962C8B-B14F-4D97-AF65-F5344CB8AC3E}">
        <p14:creationId xmlns:p14="http://schemas.microsoft.com/office/powerpoint/2010/main" val="2950019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16F81-3151-D03F-7D46-C991C84E5FBB}"/>
              </a:ext>
            </a:extLst>
          </p:cNvPr>
          <p:cNvSpPr>
            <a:spLocks noGrp="1"/>
          </p:cNvSpPr>
          <p:nvPr>
            <p:ph type="title"/>
          </p:nvPr>
        </p:nvSpPr>
        <p:spPr>
          <a:xfrm>
            <a:off x="838200" y="365125"/>
            <a:ext cx="10515600" cy="1861240"/>
          </a:xfrm>
        </p:spPr>
        <p:txBody>
          <a:bodyPr>
            <a:normAutofit fontScale="90000"/>
          </a:bodyPr>
          <a:lstStyle/>
          <a:p>
            <a:r>
              <a:rPr lang="en-US" dirty="0"/>
              <a:t>Go to your CMakeLists.txt and paste this</a:t>
            </a:r>
            <a:br>
              <a:rPr lang="en-US" dirty="0"/>
            </a:br>
            <a:r>
              <a:rPr lang="en-US" sz="2200" dirty="0"/>
              <a:t>set(CMAKE_CUDA_COMPILER /</a:t>
            </a:r>
            <a:r>
              <a:rPr lang="en-US" sz="2200" dirty="0" err="1"/>
              <a:t>usr</a:t>
            </a:r>
            <a:r>
              <a:rPr lang="en-US" sz="2200" dirty="0"/>
              <a:t>/local/</a:t>
            </a:r>
            <a:r>
              <a:rPr lang="en-US" sz="2200" dirty="0" err="1"/>
              <a:t>cuda</a:t>
            </a:r>
            <a:r>
              <a:rPr lang="en-US" sz="2200" dirty="0"/>
              <a:t>/bin/</a:t>
            </a:r>
            <a:r>
              <a:rPr lang="en-US" sz="2200" dirty="0" err="1"/>
              <a:t>nvcc</a:t>
            </a:r>
            <a:r>
              <a:rPr lang="en-US" sz="2200" dirty="0"/>
              <a:t>)</a:t>
            </a:r>
            <a:br>
              <a:rPr lang="en-US" sz="2200" dirty="0"/>
            </a:br>
            <a:br>
              <a:rPr lang="en-US" sz="2200" dirty="0"/>
            </a:br>
            <a:r>
              <a:rPr lang="en-US" sz="2200" dirty="0"/>
              <a:t> The path is the absolute path to the compiler(I used Gemini to help me with this again I don’t understand what this line even does for the most part lol)</a:t>
            </a:r>
            <a:br>
              <a:rPr lang="en-US" sz="2200" dirty="0"/>
            </a:br>
            <a:r>
              <a:rPr lang="en-US" sz="2200" dirty="0"/>
              <a:t>Might not be necessary I got another example working without this line but maybe!</a:t>
            </a:r>
          </a:p>
        </p:txBody>
      </p:sp>
      <p:pic>
        <p:nvPicPr>
          <p:cNvPr id="5" name="Picture 4">
            <a:extLst>
              <a:ext uri="{FF2B5EF4-FFF2-40B4-BE49-F238E27FC236}">
                <a16:creationId xmlns:a16="http://schemas.microsoft.com/office/drawing/2014/main" id="{674C51EB-7864-1C08-D06C-F1F78333F5E8}"/>
              </a:ext>
            </a:extLst>
          </p:cNvPr>
          <p:cNvPicPr>
            <a:picLocks noChangeAspect="1"/>
          </p:cNvPicPr>
          <p:nvPr/>
        </p:nvPicPr>
        <p:blipFill>
          <a:blip r:embed="rId2"/>
          <a:stretch>
            <a:fillRect/>
          </a:stretch>
        </p:blipFill>
        <p:spPr>
          <a:xfrm>
            <a:off x="1723319" y="2394027"/>
            <a:ext cx="7135221" cy="3839111"/>
          </a:xfrm>
          <a:prstGeom prst="rect">
            <a:avLst/>
          </a:prstGeom>
        </p:spPr>
      </p:pic>
    </p:spTree>
    <p:extLst>
      <p:ext uri="{BB962C8B-B14F-4D97-AF65-F5344CB8AC3E}">
        <p14:creationId xmlns:p14="http://schemas.microsoft.com/office/powerpoint/2010/main" val="3829345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CA47-939E-CCA7-BE15-EA5BCA097CD5}"/>
              </a:ext>
            </a:extLst>
          </p:cNvPr>
          <p:cNvSpPr>
            <a:spLocks noGrp="1"/>
          </p:cNvSpPr>
          <p:nvPr>
            <p:ph type="title"/>
          </p:nvPr>
        </p:nvSpPr>
        <p:spPr/>
        <p:txBody>
          <a:bodyPr/>
          <a:lstStyle/>
          <a:p>
            <a:r>
              <a:rPr lang="en-US" dirty="0"/>
              <a:t>Go to terminal then the drop down arrow should give the option to connect to the server</a:t>
            </a:r>
          </a:p>
        </p:txBody>
      </p:sp>
      <p:pic>
        <p:nvPicPr>
          <p:cNvPr id="5" name="Picture 4">
            <a:extLst>
              <a:ext uri="{FF2B5EF4-FFF2-40B4-BE49-F238E27FC236}">
                <a16:creationId xmlns:a16="http://schemas.microsoft.com/office/drawing/2014/main" id="{1229362C-8273-69BF-8494-A212544B5F46}"/>
              </a:ext>
            </a:extLst>
          </p:cNvPr>
          <p:cNvPicPr>
            <a:picLocks noChangeAspect="1"/>
          </p:cNvPicPr>
          <p:nvPr/>
        </p:nvPicPr>
        <p:blipFill>
          <a:blip r:embed="rId2"/>
          <a:stretch>
            <a:fillRect/>
          </a:stretch>
        </p:blipFill>
        <p:spPr>
          <a:xfrm>
            <a:off x="3133947" y="2266501"/>
            <a:ext cx="5725324" cy="3458058"/>
          </a:xfrm>
          <a:prstGeom prst="rect">
            <a:avLst/>
          </a:prstGeom>
        </p:spPr>
      </p:pic>
    </p:spTree>
    <p:extLst>
      <p:ext uri="{BB962C8B-B14F-4D97-AF65-F5344CB8AC3E}">
        <p14:creationId xmlns:p14="http://schemas.microsoft.com/office/powerpoint/2010/main" val="1363975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76E8-39BF-51B4-6BC3-7F38F4CAA3A6}"/>
              </a:ext>
            </a:extLst>
          </p:cNvPr>
          <p:cNvSpPr>
            <a:spLocks noGrp="1"/>
          </p:cNvSpPr>
          <p:nvPr>
            <p:ph type="title"/>
          </p:nvPr>
        </p:nvSpPr>
        <p:spPr/>
        <p:txBody>
          <a:bodyPr/>
          <a:lstStyle/>
          <a:p>
            <a:r>
              <a:rPr lang="en-US" dirty="0"/>
              <a:t>Go to </a:t>
            </a:r>
            <a:r>
              <a:rPr lang="en-US" dirty="0" err="1"/>
              <a:t>Cmake</a:t>
            </a:r>
            <a:r>
              <a:rPr lang="en-US" dirty="0"/>
              <a:t> and hit </a:t>
            </a:r>
            <a:r>
              <a:rPr lang="en-US" dirty="0" err="1"/>
              <a:t>reaload</a:t>
            </a:r>
            <a:r>
              <a:rPr lang="en-US" dirty="0"/>
              <a:t> </a:t>
            </a:r>
            <a:r>
              <a:rPr lang="en-US" dirty="0" err="1"/>
              <a:t>Cmake</a:t>
            </a:r>
            <a:r>
              <a:rPr lang="en-US" dirty="0"/>
              <a:t> Project</a:t>
            </a:r>
          </a:p>
        </p:txBody>
      </p:sp>
      <p:pic>
        <p:nvPicPr>
          <p:cNvPr id="5" name="Picture 4">
            <a:extLst>
              <a:ext uri="{FF2B5EF4-FFF2-40B4-BE49-F238E27FC236}">
                <a16:creationId xmlns:a16="http://schemas.microsoft.com/office/drawing/2014/main" id="{52CD9AD6-D927-C0F2-F1FA-06901C58C014}"/>
              </a:ext>
            </a:extLst>
          </p:cNvPr>
          <p:cNvPicPr>
            <a:picLocks noChangeAspect="1"/>
          </p:cNvPicPr>
          <p:nvPr/>
        </p:nvPicPr>
        <p:blipFill>
          <a:blip r:embed="rId2"/>
          <a:stretch>
            <a:fillRect/>
          </a:stretch>
        </p:blipFill>
        <p:spPr>
          <a:xfrm>
            <a:off x="3581049" y="1685681"/>
            <a:ext cx="5029902" cy="3486637"/>
          </a:xfrm>
          <a:prstGeom prst="rect">
            <a:avLst/>
          </a:prstGeom>
        </p:spPr>
      </p:pic>
    </p:spTree>
    <p:extLst>
      <p:ext uri="{BB962C8B-B14F-4D97-AF65-F5344CB8AC3E}">
        <p14:creationId xmlns:p14="http://schemas.microsoft.com/office/powerpoint/2010/main" val="3194142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E9F23-6A10-F0AB-AE9D-3B755E5197C9}"/>
              </a:ext>
            </a:extLst>
          </p:cNvPr>
          <p:cNvSpPr>
            <a:spLocks noGrp="1"/>
          </p:cNvSpPr>
          <p:nvPr>
            <p:ph type="title"/>
          </p:nvPr>
        </p:nvSpPr>
        <p:spPr/>
        <p:txBody>
          <a:bodyPr>
            <a:normAutofit fontScale="90000"/>
          </a:bodyPr>
          <a:lstStyle/>
          <a:p>
            <a:r>
              <a:rPr lang="en-US" dirty="0"/>
              <a:t>If the reload </a:t>
            </a:r>
            <a:r>
              <a:rPr lang="en-US" dirty="0" err="1"/>
              <a:t>Cmake</a:t>
            </a:r>
            <a:r>
              <a:rPr lang="en-US" dirty="0"/>
              <a:t> project says finished, you should be able to go to the terminal and do this </a:t>
            </a:r>
          </a:p>
        </p:txBody>
      </p:sp>
      <p:pic>
        <p:nvPicPr>
          <p:cNvPr id="5" name="Picture 4">
            <a:extLst>
              <a:ext uri="{FF2B5EF4-FFF2-40B4-BE49-F238E27FC236}">
                <a16:creationId xmlns:a16="http://schemas.microsoft.com/office/drawing/2014/main" id="{B7532196-03BA-4C85-8923-99216EA8AF71}"/>
              </a:ext>
            </a:extLst>
          </p:cNvPr>
          <p:cNvPicPr>
            <a:picLocks noChangeAspect="1"/>
          </p:cNvPicPr>
          <p:nvPr/>
        </p:nvPicPr>
        <p:blipFill>
          <a:blip r:embed="rId2"/>
          <a:stretch>
            <a:fillRect/>
          </a:stretch>
        </p:blipFill>
        <p:spPr>
          <a:xfrm>
            <a:off x="1244228" y="1690688"/>
            <a:ext cx="9226465" cy="1190060"/>
          </a:xfrm>
          <a:prstGeom prst="rect">
            <a:avLst/>
          </a:prstGeom>
        </p:spPr>
      </p:pic>
      <p:pic>
        <p:nvPicPr>
          <p:cNvPr id="7" name="Picture 6">
            <a:extLst>
              <a:ext uri="{FF2B5EF4-FFF2-40B4-BE49-F238E27FC236}">
                <a16:creationId xmlns:a16="http://schemas.microsoft.com/office/drawing/2014/main" id="{E314B0C4-DA02-C88A-329B-64AE5A61FB9A}"/>
              </a:ext>
            </a:extLst>
          </p:cNvPr>
          <p:cNvPicPr>
            <a:picLocks noChangeAspect="1"/>
          </p:cNvPicPr>
          <p:nvPr/>
        </p:nvPicPr>
        <p:blipFill>
          <a:blip r:embed="rId3"/>
          <a:stretch>
            <a:fillRect/>
          </a:stretch>
        </p:blipFill>
        <p:spPr>
          <a:xfrm>
            <a:off x="1244228" y="3016251"/>
            <a:ext cx="7056363" cy="3135313"/>
          </a:xfrm>
          <a:prstGeom prst="rect">
            <a:avLst/>
          </a:prstGeom>
        </p:spPr>
      </p:pic>
      <p:sp>
        <p:nvSpPr>
          <p:cNvPr id="8" name="TextBox 7">
            <a:extLst>
              <a:ext uri="{FF2B5EF4-FFF2-40B4-BE49-F238E27FC236}">
                <a16:creationId xmlns:a16="http://schemas.microsoft.com/office/drawing/2014/main" id="{DA25D1EA-6B19-617A-0DCD-D21412E8D781}"/>
              </a:ext>
            </a:extLst>
          </p:cNvPr>
          <p:cNvSpPr txBox="1"/>
          <p:nvPr/>
        </p:nvSpPr>
        <p:spPr>
          <a:xfrm>
            <a:off x="7315200" y="6287067"/>
            <a:ext cx="2286000" cy="369332"/>
          </a:xfrm>
          <a:prstGeom prst="rect">
            <a:avLst/>
          </a:prstGeom>
          <a:noFill/>
        </p:spPr>
        <p:txBody>
          <a:bodyPr wrap="square" rtlCol="0">
            <a:spAutoFit/>
          </a:bodyPr>
          <a:lstStyle/>
          <a:p>
            <a:r>
              <a:rPr lang="en-US" dirty="0"/>
              <a:t>Thanks Gemini</a:t>
            </a:r>
          </a:p>
        </p:txBody>
      </p:sp>
    </p:spTree>
    <p:extLst>
      <p:ext uri="{BB962C8B-B14F-4D97-AF65-F5344CB8AC3E}">
        <p14:creationId xmlns:p14="http://schemas.microsoft.com/office/powerpoint/2010/main" val="2998964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592E-7E81-ABA1-C7D4-637FAE68F883}"/>
              </a:ext>
            </a:extLst>
          </p:cNvPr>
          <p:cNvSpPr>
            <a:spLocks noGrp="1"/>
          </p:cNvSpPr>
          <p:nvPr>
            <p:ph type="title"/>
          </p:nvPr>
        </p:nvSpPr>
        <p:spPr>
          <a:xfrm>
            <a:off x="838200" y="238540"/>
            <a:ext cx="10515600" cy="1690688"/>
          </a:xfrm>
        </p:spPr>
        <p:txBody>
          <a:bodyPr>
            <a:normAutofit fontScale="90000"/>
          </a:bodyPr>
          <a:lstStyle/>
          <a:p>
            <a:r>
              <a:rPr lang="en-US" dirty="0"/>
              <a:t>If you cannot find the directory you need to be in, then go to File Transfer and control f to find main.cu to see what directory its in.</a:t>
            </a:r>
          </a:p>
        </p:txBody>
      </p:sp>
      <p:pic>
        <p:nvPicPr>
          <p:cNvPr id="5" name="Picture 4">
            <a:extLst>
              <a:ext uri="{FF2B5EF4-FFF2-40B4-BE49-F238E27FC236}">
                <a16:creationId xmlns:a16="http://schemas.microsoft.com/office/drawing/2014/main" id="{880FF358-8DE9-A1CF-77B6-1614B44BC581}"/>
              </a:ext>
            </a:extLst>
          </p:cNvPr>
          <p:cNvPicPr>
            <a:picLocks noChangeAspect="1"/>
          </p:cNvPicPr>
          <p:nvPr/>
        </p:nvPicPr>
        <p:blipFill>
          <a:blip r:embed="rId2"/>
          <a:stretch>
            <a:fillRect/>
          </a:stretch>
        </p:blipFill>
        <p:spPr>
          <a:xfrm>
            <a:off x="311426" y="2394584"/>
            <a:ext cx="11569148" cy="1913427"/>
          </a:xfrm>
          <a:prstGeom prst="rect">
            <a:avLst/>
          </a:prstGeom>
        </p:spPr>
      </p:pic>
      <p:sp>
        <p:nvSpPr>
          <p:cNvPr id="6" name="Arrow: Up 5">
            <a:extLst>
              <a:ext uri="{FF2B5EF4-FFF2-40B4-BE49-F238E27FC236}">
                <a16:creationId xmlns:a16="http://schemas.microsoft.com/office/drawing/2014/main" id="{1F00CCDB-E851-98E3-FE14-213B68D89F4D}"/>
              </a:ext>
            </a:extLst>
          </p:cNvPr>
          <p:cNvSpPr/>
          <p:nvPr/>
        </p:nvSpPr>
        <p:spPr>
          <a:xfrm>
            <a:off x="9468678" y="4701209"/>
            <a:ext cx="288235" cy="76531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inus Sign 6">
            <a:extLst>
              <a:ext uri="{FF2B5EF4-FFF2-40B4-BE49-F238E27FC236}">
                <a16:creationId xmlns:a16="http://schemas.microsoft.com/office/drawing/2014/main" id="{FC5B55E2-EF02-54D7-A557-D18E3BD04910}"/>
              </a:ext>
            </a:extLst>
          </p:cNvPr>
          <p:cNvSpPr/>
          <p:nvPr/>
        </p:nvSpPr>
        <p:spPr>
          <a:xfrm>
            <a:off x="8060635" y="4268255"/>
            <a:ext cx="3392557" cy="27392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696F19D-83EA-7E9A-3B30-BA4F2471BEF1}"/>
              </a:ext>
            </a:extLst>
          </p:cNvPr>
          <p:cNvSpPr txBox="1"/>
          <p:nvPr/>
        </p:nvSpPr>
        <p:spPr>
          <a:xfrm>
            <a:off x="3975653" y="5466522"/>
            <a:ext cx="7904922" cy="1200329"/>
          </a:xfrm>
          <a:prstGeom prst="rect">
            <a:avLst/>
          </a:prstGeom>
          <a:noFill/>
        </p:spPr>
        <p:txBody>
          <a:bodyPr wrap="square" rtlCol="0">
            <a:spAutoFit/>
          </a:bodyPr>
          <a:lstStyle/>
          <a:p>
            <a:r>
              <a:rPr lang="en-US" dirty="0"/>
              <a:t>This is the directory that you need to run your program in on the terminal that is connected to the Linux Server, yours will not be the same as this one though but just find where main.cu is and cd into the directory then you should be able to run your program.</a:t>
            </a:r>
          </a:p>
        </p:txBody>
      </p:sp>
    </p:spTree>
    <p:extLst>
      <p:ext uri="{BB962C8B-B14F-4D97-AF65-F5344CB8AC3E}">
        <p14:creationId xmlns:p14="http://schemas.microsoft.com/office/powerpoint/2010/main" val="3348446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BB29F-5CA0-99A8-1FDF-D31CA6C9F11F}"/>
              </a:ext>
            </a:extLst>
          </p:cNvPr>
          <p:cNvSpPr>
            <a:spLocks noGrp="1"/>
          </p:cNvSpPr>
          <p:nvPr>
            <p:ph type="title"/>
          </p:nvPr>
        </p:nvSpPr>
        <p:spPr/>
        <p:txBody>
          <a:bodyPr/>
          <a:lstStyle/>
          <a:p>
            <a:r>
              <a:rPr lang="en-US" dirty="0"/>
              <a:t>What it should do put simply</a:t>
            </a:r>
          </a:p>
        </p:txBody>
      </p:sp>
      <p:sp>
        <p:nvSpPr>
          <p:cNvPr id="3" name="Content Placeholder 2">
            <a:extLst>
              <a:ext uri="{FF2B5EF4-FFF2-40B4-BE49-F238E27FC236}">
                <a16:creationId xmlns:a16="http://schemas.microsoft.com/office/drawing/2014/main" id="{37E4EC58-94F9-2A64-EA46-67DB72D4C392}"/>
              </a:ext>
            </a:extLst>
          </p:cNvPr>
          <p:cNvSpPr>
            <a:spLocks noGrp="1"/>
          </p:cNvSpPr>
          <p:nvPr>
            <p:ph idx="1"/>
          </p:nvPr>
        </p:nvSpPr>
        <p:spPr/>
        <p:txBody>
          <a:bodyPr/>
          <a:lstStyle/>
          <a:p>
            <a:r>
              <a:rPr lang="en-US" dirty="0"/>
              <a:t>The toolchain is the bridge. It handles the </a:t>
            </a:r>
            <a:r>
              <a:rPr lang="en-US" b="1" dirty="0"/>
              <a:t>synchronization</a:t>
            </a:r>
            <a:r>
              <a:rPr lang="en-US" dirty="0"/>
              <a:t> of the files to the server, invokes the </a:t>
            </a:r>
            <a:r>
              <a:rPr lang="en-US" b="1" dirty="0"/>
              <a:t>remote Linux compiler (NVCC)</a:t>
            </a:r>
            <a:r>
              <a:rPr lang="en-US" dirty="0"/>
              <a:t> to build the project, and pipes the </a:t>
            </a:r>
            <a:r>
              <a:rPr lang="en-US" b="1" dirty="0"/>
              <a:t>output</a:t>
            </a:r>
            <a:r>
              <a:rPr lang="en-US" dirty="0"/>
              <a:t> back to your local interface. It allows you to use the server's hardware as if it were plugged directly into your laptop.</a:t>
            </a:r>
          </a:p>
        </p:txBody>
      </p:sp>
    </p:spTree>
    <p:extLst>
      <p:ext uri="{BB962C8B-B14F-4D97-AF65-F5344CB8AC3E}">
        <p14:creationId xmlns:p14="http://schemas.microsoft.com/office/powerpoint/2010/main" val="1162115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399</Words>
  <Application>Microsoft Office PowerPoint</Application>
  <PresentationFormat>Widescreen</PresentationFormat>
  <Paragraphs>16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Tool-chain Setup in CLion</vt:lpstr>
      <vt:lpstr>First you must have a project that is a CUDA executable file</vt:lpstr>
      <vt:lpstr>After the File is created, go to Go to File&gt;settings&gt;Build, Execution, Deployment&gt;Toolchain </vt:lpstr>
      <vt:lpstr>Once you hit ok after entering your username and password, it should be connected.</vt:lpstr>
      <vt:lpstr>Then go to Go to file&gt;settings&gt;Build, Execution, Deployment&gt;CMake  </vt:lpstr>
      <vt:lpstr>Go to your CMakeLists.txt and paste this set(CMAKE_CUDA_COMPILER /usr/local/cuda/bin/nvcc)   The path is the absolute path to the compiler(I used Gemini to help me with this again I don’t understand what this line even does for the most part lol) Might not be necessary I got another example working without this line but maybe!</vt:lpstr>
      <vt:lpstr>Go to terminal then the drop down arrow should give the option to connect to the server</vt:lpstr>
      <vt:lpstr>Go to Cmake and hit reaload Cmake Project</vt:lpstr>
      <vt:lpstr>If the reload Cmake project says finished, you should be able to go to the terminal and do this </vt:lpstr>
      <vt:lpstr>If you cannot find the directory you need to be in, then go to File Transfer and control f to find main.cu to see what directory its in.</vt:lpstr>
      <vt:lpstr>What it should do put simply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Gould, Micah</dc:creator>
  <cp:lastModifiedBy>Gould, Micah</cp:lastModifiedBy>
  <cp:revision>3</cp:revision>
  <dcterms:created xsi:type="dcterms:W3CDTF">2026-01-14T19:53:46Z</dcterms:created>
  <dcterms:modified xsi:type="dcterms:W3CDTF">2026-01-14T22:33:38Z</dcterms:modified>
</cp:coreProperties>
</file>